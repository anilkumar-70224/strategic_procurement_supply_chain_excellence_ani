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74CDCF"/>
                </a:solidFill>
                <a:latin typeface="Aptos"/>
              </a:rPr>
              <a:t>STRATEGIC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&amp;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240280"/>
            <a:ext cx="102412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DAE5F0"/>
                </a:solidFill>
                <a:latin typeface="Aptos"/>
              </a:rPr>
              <a:t>Business Excellence | Supplier Strategy | Cost | Risk |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600200" cy="640080"/>
          </a:xfrm>
          <a:prstGeom prst="round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96849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794760"/>
            <a:ext cx="1600200" cy="640080"/>
          </a:xfrm>
          <a:prstGeom prst="round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396849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94760"/>
            <a:ext cx="1600200" cy="640080"/>
          </a:xfrm>
          <a:prstGeom prst="round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96849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SUPPLIERS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1600200" cy="640080"/>
          </a:xfrm>
          <a:prstGeom prst="round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96849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94760"/>
            <a:ext cx="1600200" cy="640080"/>
          </a:xfrm>
          <a:prstGeom prst="round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396849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3794760"/>
            <a:ext cx="1600200" cy="640080"/>
          </a:xfrm>
          <a:prstGeom prst="round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396849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74920"/>
            <a:ext cx="10515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11+ Years | Procurement • SCM • Materials Planning • 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40680"/>
            <a:ext cx="10515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C2D0DE"/>
                </a:solidFill>
                <a:latin typeface="Aptos"/>
              </a:rPr>
              <a:t>Electrical Equipment • Motors &amp; Alternators • Rolling Stock/Railways • Automotive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02747"/>
                </a:solidFill>
                <a:latin typeface="Aptos"/>
              </a:rPr>
              <a:t>Executive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F6C7C"/>
                </a:solidFill>
                <a:latin typeface="Aptos"/>
              </a:rPr>
              <a:t>A business-oriented approach to procurement and supply-chain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828800"/>
          </a:xfrm>
          <a:prstGeom prst="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308152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01 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30552"/>
            <a:ext cx="2781531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Translate demand, MRP and business 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priorities into sourcing and supply strategies.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64008" cy="1828800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673351"/>
            <a:ext cx="308152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02 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30552"/>
            <a:ext cx="3097323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Convert strategy into supplier actions,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 cross-functional ownership and measurable KPIs.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64008" cy="182880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673351"/>
            <a:ext cx="308152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03 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5914" y="2130552"/>
            <a:ext cx="2860078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Balance Cost, Quality, Delivery, Inventory and 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Risk to support business continuity.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Problem-solving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7830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02747"/>
                </a:solidFill>
                <a:latin typeface="Aptos"/>
              </a:rPr>
              <a:t>Detect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4480560"/>
            <a:ext cx="17830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44368" y="4681728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02747"/>
                </a:solidFill>
                <a:latin typeface="Aptos"/>
              </a:rPr>
              <a:t>Diagnose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7216" y="4480560"/>
            <a:ext cx="17830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57216" y="4681728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02747"/>
                </a:solidFill>
                <a:latin typeface="Aptos"/>
              </a:rPr>
              <a:t>Strategize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0064" y="4480560"/>
            <a:ext cx="17830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70064" y="4681728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02747"/>
                </a:solidFill>
                <a:latin typeface="Aptos"/>
              </a:rPr>
              <a:t>Execute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2912" y="4480560"/>
            <a:ext cx="17830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82912" y="4681728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02747"/>
                </a:solidFill>
                <a:latin typeface="Aptos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F6C7C"/>
                </a:solidFill>
                <a:latin typeface="Aptos"/>
              </a:rPr>
              <a:t>Strategic Procurement &amp; Supply Chain Excellence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F6C7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02747"/>
                </a:solidFill>
                <a:latin typeface="Aptos"/>
              </a:rPr>
              <a:t>1. Strategic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F6C7C"/>
                </a:solidFill>
                <a:latin typeface="Aptos"/>
              </a:rPr>
              <a:t>From requirement visibility to commercially sound sourcing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554480"/>
          </a:xfrm>
          <a:prstGeom prst="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500176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SOURCING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5001768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RFQ • supplier benchmarking • cost-driver analysis • supplier capability • commercial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64008" cy="1554480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81912"/>
            <a:ext cx="500176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DECISION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39112"/>
            <a:ext cx="5001768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Cost • Quality • Delivery • Capacity • Risk • Lead Time • Technical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881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Convert demand and MRP requirements into prioritized sourcing actions.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Evaluate supplier capability, capacity, lead time and commercial competitiveness.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Use fact-based negotiation and should-cost thinking to challenge quotations.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Coordinate Engineering, Quality, Production, Finance and suppliers for sourcing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F6C7C"/>
                </a:solidFill>
                <a:latin typeface="Aptos"/>
              </a:rPr>
              <a:t>Strategic Procurement &amp; Supply Chain Excellence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F6C7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02747"/>
                </a:solidFill>
                <a:latin typeface="Aptos"/>
              </a:rPr>
              <a:t>2. Supplier Development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F6C7C"/>
                </a:solidFill>
                <a:latin typeface="Aptos"/>
              </a:rPr>
              <a:t>Moving from supplier follow-up to supplier performance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508760"/>
          </a:xfrm>
          <a:prstGeom prst="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12724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776722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OTD / OTIF • open orders • capacity • quality 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• recovery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64008" cy="1508760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2724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2922595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Root cause • corrective action • capability gaps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 • readiness •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50876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2724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2799164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Structured reviews • scorecards • escalation 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• joint problem solving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Management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Identify supply risk early using commitments, lead times and capacity.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Prioritize critical suppliers and components based on business impact.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Drive recovery plans with clear owners, dates and measurable actions.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Use recurring scorecards to sustain performance and prevent repeat issues.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F6C7C"/>
                </a:solidFill>
                <a:latin typeface="Aptos"/>
              </a:rPr>
              <a:t>Strategic Procurement &amp; Supply Chain Excellence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F6C7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02747"/>
                </a:solidFill>
                <a:latin typeface="Aptos"/>
              </a:rPr>
              <a:t>3. Cost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F6C7C"/>
                </a:solidFill>
                <a:latin typeface="Aptos"/>
              </a:rPr>
              <a:t>Commercial thinking beyond price negotiation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45B94"/>
                </a:solidFill>
                <a:latin typeface="Aptos"/>
              </a:rPr>
              <a:t>COST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Material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Conversion / Process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Tooling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Logistics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Yield / Scrap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Supplier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4173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47E80"/>
                </a:solidFill>
                <a:latin typeface="Aptos"/>
              </a:rPr>
              <a:t>VALUE LEVERS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Should-cost analysis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RFQ benchmarking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Supplier negotiation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Value engineering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Localization / alternate sourcing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Process &amp; yield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4173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6805B"/>
                </a:solidFill>
                <a:latin typeface="Aptos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Validated savings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Cost transparency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Competitive sourcing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Sustainable cost base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Commercial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5F6C7C"/>
                </a:solidFill>
                <a:latin typeface="Aptos"/>
              </a:rPr>
              <a:t>Use verified numbers only: annualized savings | % cost reduction | RFQ coverage | target vs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F6C7C"/>
                </a:solidFill>
                <a:latin typeface="Aptos"/>
              </a:rPr>
              <a:t>Strategic Procurement &amp; Supply Chain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F6C7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02747"/>
                </a:solidFill>
                <a:latin typeface="Aptos"/>
              </a:rPr>
              <a:t>4. Supply Risk &amp; Inventory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F6C7C"/>
                </a:solidFill>
                <a:latin typeface="Aptos"/>
              </a:rPr>
              <a:t>Protect production without unnecessarily increasing working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554480"/>
          </a:xfrm>
          <a:prstGeom prst="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500176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RISK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970959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Shortage • long lead time • supplier capacity • demand variability 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• single-source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64008" cy="1554480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81912"/>
            <a:ext cx="500176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PLANNING LEVERS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39112"/>
            <a:ext cx="5001768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MRP • safety stock • reorder parameters • supplier commitments • prioritization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881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Quantify exposure using stock, open orders, demand, lead time and supplier commitments.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Classify risks by production impact and recovery time.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Balance material availability with inventory value and working-capital requirements.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Build preventive actions from recurring shortage and inventory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F6C7C"/>
                </a:solidFill>
                <a:latin typeface="Aptos"/>
              </a:rPr>
              <a:t>Strategic Procurement &amp; Supply Chain Excellence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F6C7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02747"/>
                </a:solidFill>
                <a:latin typeface="Aptos"/>
              </a:rPr>
              <a:t>5. NPI, Engineering Collaboration &amp; Procurement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F6C7C"/>
                </a:solidFill>
                <a:latin typeface="Aptos"/>
              </a:rPr>
              <a:t>Connecting technical requirements with commercial and supply-chain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600200"/>
          </a:xfrm>
          <a:prstGeom prst="rect">
            <a:avLst/>
          </a:prstGeom>
          <a:solidFill>
            <a:srgbClr val="24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500176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NPI / ECN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4031873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BOM review • prototype costing • supplier clarification • readiness </a:t>
            </a:r>
            <a:endParaRPr lang="en-IN" sz="10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1F2937"/>
                </a:solidFill>
                <a:latin typeface="Aptos"/>
              </a:rPr>
              <a:t>• implementation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64008" cy="1600200"/>
          </a:xfrm>
          <a:prstGeom prst="rect">
            <a:avLst/>
          </a:prstGeom>
          <a:solidFill>
            <a:srgbClr val="14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81912"/>
            <a:ext cx="500176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39112"/>
            <a:ext cx="5001768" cy="8503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MRP • supplier scorecards • demand vs commitment • inventory • procurement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02747"/>
                </a:solidFill>
                <a:latin typeface="Aptos"/>
              </a:rPr>
              <a:t>Cross-functional operating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23360"/>
            <a:ext cx="30632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3"/>
            <a:ext cx="3063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102747"/>
                </a:solidFill>
                <a:latin typeface="Aptos"/>
              </a:rPr>
              <a:t>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023360"/>
            <a:ext cx="30632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4169663"/>
            <a:ext cx="3063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102747"/>
                </a:solidFill>
                <a:latin typeface="Aptos"/>
              </a:rPr>
              <a:t>Procurement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023360"/>
            <a:ext cx="30632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4169663"/>
            <a:ext cx="3063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102747"/>
                </a:solidFill>
                <a:latin typeface="Aptos"/>
              </a:rPr>
              <a:t>Suppliers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00600"/>
            <a:ext cx="30632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946903"/>
            <a:ext cx="3063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102747"/>
                </a:solidFill>
                <a:latin typeface="Aptos"/>
              </a:rPr>
              <a:t>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800600"/>
            <a:ext cx="30632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946903"/>
            <a:ext cx="3063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102747"/>
                </a:solidFill>
                <a:latin typeface="Aptos"/>
              </a:rPr>
              <a:t>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800600"/>
            <a:ext cx="30632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4946903"/>
            <a:ext cx="3063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102747"/>
                </a:solidFill>
                <a:latin typeface="Aptos"/>
              </a:rP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F6C7C"/>
                </a:solidFill>
                <a:latin typeface="Aptos"/>
              </a:rPr>
              <a:t>Strategic Procurement &amp; Supply Chain Excellence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2823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F6C7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74CDCF"/>
                </a:solidFill>
                <a:latin typeface="Aptos"/>
              </a:rPr>
              <a:t>LEADERSHIP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 connect procurement strategy with business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105156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D7E2ED"/>
                </a:solidFill>
                <a:latin typeface="Aptos"/>
              </a:rPr>
              <a:t>The focus is not simply buying materials — it is solving cost, supply, inventory, supplier and execution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74CDCF"/>
                </a:solidFill>
                <a:latin typeface="Aptos"/>
              </a:rP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20116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Optimize commercial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3063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74CDCF"/>
                </a:solidFill>
                <a:latin typeface="Aptos"/>
              </a:rP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429000"/>
            <a:ext cx="20116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Protect technical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063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74CDCF"/>
                </a:solidFill>
                <a:latin typeface="Aptos"/>
              </a:rPr>
              <a:t>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20116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Ensure supply continuity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063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74CDCF"/>
                </a:solidFill>
                <a:latin typeface="Aptos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429000"/>
            <a:ext cx="20116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Balance availability &amp; working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063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74CDCF"/>
                </a:solidFill>
                <a:latin typeface="Aptos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429000"/>
            <a:ext cx="20116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Build resilient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74CDCF"/>
                </a:solidFill>
                <a:latin typeface="Aptos"/>
              </a:rPr>
              <a:t>Core keywords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56048"/>
            <a:ext cx="1060704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Strategic Procurement  |  Strategic Sourcing  |  Supplier Development  |  Cost Optimization  |  MRP  |  Inventory Optimization  |  Supply Risk  |  NPI  |  SAP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C2D0DE"/>
                </a:solidFill>
                <a:latin typeface="Aptos"/>
              </a:rPr>
              <a:t>11+ years • Electrical Equipment • Motors &amp; Alternators • Rolling Stock/Railways • Automotive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686</Words>
  <Application>Microsoft Office PowerPoint</Application>
  <PresentationFormat>Widescreen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Kumar D</cp:lastModifiedBy>
  <cp:revision>2</cp:revision>
  <dcterms:created xsi:type="dcterms:W3CDTF">2013-01-27T09:14:16Z</dcterms:created>
  <dcterms:modified xsi:type="dcterms:W3CDTF">2026-10-02T12:43:15Z</dcterms:modified>
  <cp:category/>
</cp:coreProperties>
</file>